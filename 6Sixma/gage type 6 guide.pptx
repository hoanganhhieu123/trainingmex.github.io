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7" r:id="rId1"/>
  </p:sldMasterIdLst>
  <p:notesMasterIdLst>
    <p:notesMasterId r:id="rId3"/>
  </p:notesMasterIdLst>
  <p:handoutMasterIdLst>
    <p:handoutMasterId r:id="rId4"/>
  </p:handoutMasterIdLst>
  <p:sldIdLst>
    <p:sldId id="422" r:id="rId2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8" pos="126">
          <p15:clr>
            <a:srgbClr val="A4A3A4"/>
          </p15:clr>
        </p15:guide>
        <p15:guide id="10" pos="172" userDrawn="1">
          <p15:clr>
            <a:srgbClr val="A4A3A4"/>
          </p15:clr>
        </p15:guide>
        <p15:guide id="12" orient="horz" pos="391">
          <p15:clr>
            <a:srgbClr val="A4A3A4"/>
          </p15:clr>
        </p15:guide>
        <p15:guide id="13" orient="horz" pos="4110">
          <p15:clr>
            <a:srgbClr val="A4A3A4"/>
          </p15:clr>
        </p15:guide>
        <p15:guide id="14" pos="602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66"/>
    <a:srgbClr val="08D621"/>
    <a:srgbClr val="006600"/>
    <a:srgbClr val="FFFFCC"/>
    <a:srgbClr val="FF9933"/>
    <a:srgbClr val="0000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38" autoAdjust="0"/>
    <p:restoredTop sz="91946" autoAdjust="0"/>
  </p:normalViewPr>
  <p:slideViewPr>
    <p:cSldViewPr>
      <p:cViewPr varScale="1">
        <p:scale>
          <a:sx n="104" d="100"/>
          <a:sy n="104" d="100"/>
        </p:scale>
        <p:origin x="1542" y="102"/>
      </p:cViewPr>
      <p:guideLst>
        <p:guide pos="126"/>
        <p:guide pos="172"/>
        <p:guide orient="horz" pos="391"/>
        <p:guide orient="horz" pos="4110"/>
        <p:guide pos="602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3269" y="-72"/>
      </p:cViewPr>
      <p:guideLst>
        <p:guide orient="horz" pos="3130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D4F92C-78BA-4F6E-810D-84BEE50C8241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AC7D273-E5EE-4038-A5C1-6C6F5ACB0D03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/>
        </a:solidFill>
        <a:ln w="12700"/>
      </dgm:spPr>
      <dgm:t>
        <a:bodyPr/>
        <a:lstStyle/>
        <a:p>
          <a:r>
            <a:rPr lang="en-US" sz="1800" dirty="0" smtClean="0">
              <a:latin typeface="LG Smart_H Regular" panose="020B0600000101010101" pitchFamily="34" charset="-127"/>
              <a:ea typeface="LG Smart_H Regular" panose="020B0600000101010101" pitchFamily="34" charset="-127"/>
            </a:rPr>
            <a:t>D</a:t>
          </a:r>
          <a:endParaRPr lang="en-US" sz="1800" dirty="0">
            <a:latin typeface="LG Smart_H Regular" panose="020B0600000101010101" pitchFamily="34" charset="-127"/>
            <a:ea typeface="LG Smart_H Regular" panose="020B0600000101010101" pitchFamily="34" charset="-127"/>
          </a:endParaRPr>
        </a:p>
      </dgm:t>
    </dgm:pt>
    <dgm:pt modelId="{5E3CA2F6-A4DF-4AD7-8F49-7697828C860A}" type="parTrans" cxnId="{92013A32-1BAA-4E8B-8E59-0C5F86BA36E4}">
      <dgm:prSet/>
      <dgm:spPr/>
      <dgm:t>
        <a:bodyPr/>
        <a:lstStyle/>
        <a:p>
          <a:endParaRPr lang="en-US" sz="1800">
            <a:latin typeface="LG Smart_H Regular" panose="020B0600000101010101" pitchFamily="34" charset="-127"/>
            <a:ea typeface="LG Smart_H Regular" panose="020B0600000101010101" pitchFamily="34" charset="-127"/>
          </a:endParaRPr>
        </a:p>
      </dgm:t>
    </dgm:pt>
    <dgm:pt modelId="{0FC8017D-9F5C-40DB-87BE-B1E73747A07D}" type="sibTrans" cxnId="{92013A32-1BAA-4E8B-8E59-0C5F86BA36E4}">
      <dgm:prSet/>
      <dgm:spPr/>
      <dgm:t>
        <a:bodyPr/>
        <a:lstStyle/>
        <a:p>
          <a:endParaRPr lang="en-US" sz="1800">
            <a:latin typeface="LG Smart_H Regular" panose="020B0600000101010101" pitchFamily="34" charset="-127"/>
            <a:ea typeface="LG Smart_H Regular" panose="020B0600000101010101" pitchFamily="34" charset="-127"/>
          </a:endParaRPr>
        </a:p>
      </dgm:t>
    </dgm:pt>
    <dgm:pt modelId="{A2AEA16E-49B1-4DC9-8223-ADFEC1D6E88A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sz="1800" dirty="0" smtClean="0">
              <a:latin typeface="LG Smart_H Regular" panose="020B0600000101010101" pitchFamily="34" charset="-127"/>
              <a:ea typeface="LG Smart_H Regular" panose="020B0600000101010101" pitchFamily="34" charset="-127"/>
            </a:rPr>
            <a:t>I</a:t>
          </a:r>
          <a:endParaRPr lang="en-US" sz="1800" dirty="0">
            <a:latin typeface="LG Smart_H Regular" panose="020B0600000101010101" pitchFamily="34" charset="-127"/>
            <a:ea typeface="LG Smart_H Regular" panose="020B0600000101010101" pitchFamily="34" charset="-127"/>
          </a:endParaRPr>
        </a:p>
      </dgm:t>
    </dgm:pt>
    <dgm:pt modelId="{6574A5A5-6F71-4B75-A854-A060CC71A955}" type="parTrans" cxnId="{A56B2080-E485-427C-847B-64ECC90F6D6B}">
      <dgm:prSet/>
      <dgm:spPr/>
      <dgm:t>
        <a:bodyPr/>
        <a:lstStyle/>
        <a:p>
          <a:endParaRPr lang="en-US" sz="1800">
            <a:latin typeface="LG Smart_H Regular" panose="020B0600000101010101" pitchFamily="34" charset="-127"/>
            <a:ea typeface="LG Smart_H Regular" panose="020B0600000101010101" pitchFamily="34" charset="-127"/>
          </a:endParaRPr>
        </a:p>
      </dgm:t>
    </dgm:pt>
    <dgm:pt modelId="{3B239F42-1E56-414C-BAEA-38C3C8910F82}" type="sibTrans" cxnId="{A56B2080-E485-427C-847B-64ECC90F6D6B}">
      <dgm:prSet/>
      <dgm:spPr/>
      <dgm:t>
        <a:bodyPr/>
        <a:lstStyle/>
        <a:p>
          <a:endParaRPr lang="en-US" sz="1800">
            <a:latin typeface="LG Smart_H Regular" panose="020B0600000101010101" pitchFamily="34" charset="-127"/>
            <a:ea typeface="LG Smart_H Regular" panose="020B0600000101010101" pitchFamily="34" charset="-127"/>
          </a:endParaRPr>
        </a:p>
      </dgm:t>
    </dgm:pt>
    <dgm:pt modelId="{8A0BB1E1-EFC2-4F85-98F9-1806732424FD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sz="1800" dirty="0" smtClean="0">
              <a:latin typeface="LG Smart_H Regular" panose="020B0600000101010101" pitchFamily="34" charset="-127"/>
              <a:ea typeface="LG Smart_H Regular" panose="020B0600000101010101" pitchFamily="34" charset="-127"/>
            </a:rPr>
            <a:t>C</a:t>
          </a:r>
          <a:endParaRPr lang="en-US" sz="1800" dirty="0">
            <a:latin typeface="LG Smart_H Regular" panose="020B0600000101010101" pitchFamily="34" charset="-127"/>
            <a:ea typeface="LG Smart_H Regular" panose="020B0600000101010101" pitchFamily="34" charset="-127"/>
          </a:endParaRPr>
        </a:p>
      </dgm:t>
    </dgm:pt>
    <dgm:pt modelId="{C0700ADA-59A9-474B-9D9B-E313AFB0A1A6}" type="parTrans" cxnId="{2BB08F79-3FCE-4C15-987F-1F9742296D45}">
      <dgm:prSet/>
      <dgm:spPr/>
      <dgm:t>
        <a:bodyPr/>
        <a:lstStyle/>
        <a:p>
          <a:endParaRPr lang="en-US" sz="1800">
            <a:latin typeface="LG Smart_H Regular" panose="020B0600000101010101" pitchFamily="34" charset="-127"/>
            <a:ea typeface="LG Smart_H Regular" panose="020B0600000101010101" pitchFamily="34" charset="-127"/>
          </a:endParaRPr>
        </a:p>
      </dgm:t>
    </dgm:pt>
    <dgm:pt modelId="{D4AB77BE-457C-476E-9CF5-12FF5ACC77B8}" type="sibTrans" cxnId="{2BB08F79-3FCE-4C15-987F-1F9742296D45}">
      <dgm:prSet/>
      <dgm:spPr/>
      <dgm:t>
        <a:bodyPr/>
        <a:lstStyle/>
        <a:p>
          <a:endParaRPr lang="en-US" sz="1800">
            <a:latin typeface="LG Smart_H Regular" panose="020B0600000101010101" pitchFamily="34" charset="-127"/>
            <a:ea typeface="LG Smart_H Regular" panose="020B0600000101010101" pitchFamily="34" charset="-127"/>
          </a:endParaRPr>
        </a:p>
      </dgm:t>
    </dgm:pt>
    <dgm:pt modelId="{18D87F5F-42AD-4E9F-A6E6-7FE3973FD35E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solidFill>
          <a:schemeClr val="bg1">
            <a:lumMod val="85000"/>
          </a:schemeClr>
        </a:solidFill>
        <a:ln w="12700"/>
      </dgm:spPr>
      <dgm:t>
        <a:bodyPr/>
        <a:lstStyle/>
        <a:p>
          <a:r>
            <a:rPr lang="en-US" sz="1800" dirty="0" smtClean="0">
              <a:latin typeface="LG Smart_H Regular" panose="020B0600000101010101" pitchFamily="34" charset="-127"/>
              <a:ea typeface="LG Smart_H Regular" panose="020B0600000101010101" pitchFamily="34" charset="-127"/>
            </a:rPr>
            <a:t>M</a:t>
          </a:r>
          <a:endParaRPr lang="en-US" sz="1800" dirty="0">
            <a:latin typeface="LG Smart_H Regular" panose="020B0600000101010101" pitchFamily="34" charset="-127"/>
            <a:ea typeface="LG Smart_H Regular" panose="020B0600000101010101" pitchFamily="34" charset="-127"/>
          </a:endParaRPr>
        </a:p>
      </dgm:t>
    </dgm:pt>
    <dgm:pt modelId="{E8E81D99-A7F5-4310-A3FC-1C942562E35F}" type="parTrans" cxnId="{3E7E1F28-8BD1-48C3-8A95-5E67D2F2900F}">
      <dgm:prSet/>
      <dgm:spPr/>
      <dgm:t>
        <a:bodyPr/>
        <a:lstStyle/>
        <a:p>
          <a:endParaRPr lang="en-US" sz="1800">
            <a:latin typeface="LG Smart_H Regular" panose="020B0600000101010101" pitchFamily="34" charset="-127"/>
            <a:ea typeface="LG Smart_H Regular" panose="020B0600000101010101" pitchFamily="34" charset="-127"/>
          </a:endParaRPr>
        </a:p>
      </dgm:t>
    </dgm:pt>
    <dgm:pt modelId="{5B565DB8-B340-4150-BC5D-2740C9E7405A}" type="sibTrans" cxnId="{3E7E1F28-8BD1-48C3-8A95-5E67D2F2900F}">
      <dgm:prSet/>
      <dgm:spPr/>
      <dgm:t>
        <a:bodyPr/>
        <a:lstStyle/>
        <a:p>
          <a:endParaRPr lang="en-US" sz="1800">
            <a:latin typeface="LG Smart_H Regular" panose="020B0600000101010101" pitchFamily="34" charset="-127"/>
            <a:ea typeface="LG Smart_H Regular" panose="020B0600000101010101" pitchFamily="34" charset="-127"/>
          </a:endParaRPr>
        </a:p>
      </dgm:t>
    </dgm:pt>
    <dgm:pt modelId="{9E4E745E-2470-477B-9DC0-E82B38E47448}">
      <dgm:prSet phldrT="[Text]" custT="1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 w="12700"/>
      </dgm:spPr>
      <dgm:t>
        <a:bodyPr/>
        <a:lstStyle/>
        <a:p>
          <a:r>
            <a:rPr lang="en-US" sz="1800" dirty="0" smtClean="0">
              <a:latin typeface="LG Smart_H Regular" panose="020B0600000101010101" pitchFamily="34" charset="-127"/>
              <a:ea typeface="LG Smart_H Regular" panose="020B0600000101010101" pitchFamily="34" charset="-127"/>
            </a:rPr>
            <a:t>A</a:t>
          </a:r>
          <a:endParaRPr lang="en-US" sz="1800" dirty="0">
            <a:latin typeface="LG Smart_H Regular" panose="020B0600000101010101" pitchFamily="34" charset="-127"/>
            <a:ea typeface="LG Smart_H Regular" panose="020B0600000101010101" pitchFamily="34" charset="-127"/>
          </a:endParaRPr>
        </a:p>
      </dgm:t>
    </dgm:pt>
    <dgm:pt modelId="{78EDF3EB-861A-47DB-8ACA-3E0750718571}" type="parTrans" cxnId="{E29D67D5-D04F-44F5-944C-6085F68D9788}">
      <dgm:prSet/>
      <dgm:spPr/>
      <dgm:t>
        <a:bodyPr/>
        <a:lstStyle/>
        <a:p>
          <a:endParaRPr lang="en-US" sz="1800">
            <a:latin typeface="LG Smart_H Regular" panose="020B0600000101010101" pitchFamily="34" charset="-127"/>
            <a:ea typeface="LG Smart_H Regular" panose="020B0600000101010101" pitchFamily="34" charset="-127"/>
          </a:endParaRPr>
        </a:p>
      </dgm:t>
    </dgm:pt>
    <dgm:pt modelId="{F02D2992-5C75-4F39-B4FA-6BE725FF6B3D}" type="sibTrans" cxnId="{E29D67D5-D04F-44F5-944C-6085F68D9788}">
      <dgm:prSet/>
      <dgm:spPr/>
      <dgm:t>
        <a:bodyPr/>
        <a:lstStyle/>
        <a:p>
          <a:endParaRPr lang="en-US" sz="1800">
            <a:latin typeface="LG Smart_H Regular" panose="020B0600000101010101" pitchFamily="34" charset="-127"/>
            <a:ea typeface="LG Smart_H Regular" panose="020B0600000101010101" pitchFamily="34" charset="-127"/>
          </a:endParaRPr>
        </a:p>
      </dgm:t>
    </dgm:pt>
    <dgm:pt modelId="{75D48B9B-99C3-4C15-8EAC-E9BA0DD14686}" type="pres">
      <dgm:prSet presAssocID="{7AD4F92C-78BA-4F6E-810D-84BEE50C8241}" presName="Name0" presStyleCnt="0">
        <dgm:presLayoutVars>
          <dgm:dir/>
          <dgm:animLvl val="lvl"/>
          <dgm:resizeHandles val="exact"/>
        </dgm:presLayoutVars>
      </dgm:prSet>
      <dgm:spPr/>
    </dgm:pt>
    <dgm:pt modelId="{6A0ADE0C-E6D1-4D81-9931-771EEA7AFED4}" type="pres">
      <dgm:prSet presAssocID="{BAC7D273-E5EE-4038-A5C1-6C6F5ACB0D03}" presName="parTxOnly" presStyleLbl="node1" presStyleIdx="0" presStyleCnt="5" custLinFactNeighborX="-27871" custLinFactNeighborY="-107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65F6587-BE7F-4D0E-98E2-44771C09D7ED}" type="pres">
      <dgm:prSet presAssocID="{0FC8017D-9F5C-40DB-87BE-B1E73747A07D}" presName="parTxOnlySpace" presStyleCnt="0"/>
      <dgm:spPr/>
    </dgm:pt>
    <dgm:pt modelId="{D3AB7C3D-A810-418A-9680-2D5C0886B87C}" type="pres">
      <dgm:prSet presAssocID="{18D87F5F-42AD-4E9F-A6E6-7FE3973FD35E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5F0D139-CE00-4B67-92DF-948F9E3DF760}" type="pres">
      <dgm:prSet presAssocID="{5B565DB8-B340-4150-BC5D-2740C9E7405A}" presName="parTxOnlySpace" presStyleCnt="0"/>
      <dgm:spPr/>
    </dgm:pt>
    <dgm:pt modelId="{85F4B451-0FD0-42C8-80A0-3D70971ED446}" type="pres">
      <dgm:prSet presAssocID="{9E4E745E-2470-477B-9DC0-E82B38E47448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EB3E5A-3F2D-44D0-8A0A-14BD5AE928A8}" type="pres">
      <dgm:prSet presAssocID="{F02D2992-5C75-4F39-B4FA-6BE725FF6B3D}" presName="parTxOnlySpace" presStyleCnt="0"/>
      <dgm:spPr/>
    </dgm:pt>
    <dgm:pt modelId="{679CE53B-3AB7-4DE6-AD51-84FD8C46EB46}" type="pres">
      <dgm:prSet presAssocID="{A2AEA16E-49B1-4DC9-8223-ADFEC1D6E88A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FDF251-92B6-480C-82BC-68646E838DF3}" type="pres">
      <dgm:prSet presAssocID="{3B239F42-1E56-414C-BAEA-38C3C8910F82}" presName="parTxOnlySpace" presStyleCnt="0"/>
      <dgm:spPr/>
    </dgm:pt>
    <dgm:pt modelId="{8B532F1F-7985-410D-8F23-17546AA96819}" type="pres">
      <dgm:prSet presAssocID="{8A0BB1E1-EFC2-4F85-98F9-1806732424F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DD45566-E7F5-44CA-B3E1-234D62B7BC3D}" type="presOf" srcId="{9E4E745E-2470-477B-9DC0-E82B38E47448}" destId="{85F4B451-0FD0-42C8-80A0-3D70971ED446}" srcOrd="0" destOrd="0" presId="urn:microsoft.com/office/officeart/2005/8/layout/chevron1"/>
    <dgm:cxn modelId="{EA579BD9-21E4-48A7-ACC5-363CC9B0ACC5}" type="presOf" srcId="{8A0BB1E1-EFC2-4F85-98F9-1806732424FD}" destId="{8B532F1F-7985-410D-8F23-17546AA96819}" srcOrd="0" destOrd="0" presId="urn:microsoft.com/office/officeart/2005/8/layout/chevron1"/>
    <dgm:cxn modelId="{92013A32-1BAA-4E8B-8E59-0C5F86BA36E4}" srcId="{7AD4F92C-78BA-4F6E-810D-84BEE50C8241}" destId="{BAC7D273-E5EE-4038-A5C1-6C6F5ACB0D03}" srcOrd="0" destOrd="0" parTransId="{5E3CA2F6-A4DF-4AD7-8F49-7697828C860A}" sibTransId="{0FC8017D-9F5C-40DB-87BE-B1E73747A07D}"/>
    <dgm:cxn modelId="{2BB08F79-3FCE-4C15-987F-1F9742296D45}" srcId="{7AD4F92C-78BA-4F6E-810D-84BEE50C8241}" destId="{8A0BB1E1-EFC2-4F85-98F9-1806732424FD}" srcOrd="4" destOrd="0" parTransId="{C0700ADA-59A9-474B-9D9B-E313AFB0A1A6}" sibTransId="{D4AB77BE-457C-476E-9CF5-12FF5ACC77B8}"/>
    <dgm:cxn modelId="{937A2FA1-6407-4A5A-A2C9-2B9C04CCE6F6}" type="presOf" srcId="{18D87F5F-42AD-4E9F-A6E6-7FE3973FD35E}" destId="{D3AB7C3D-A810-418A-9680-2D5C0886B87C}" srcOrd="0" destOrd="0" presId="urn:microsoft.com/office/officeart/2005/8/layout/chevron1"/>
    <dgm:cxn modelId="{CFEB6425-5306-4F59-AA9E-4BA02A0D74B1}" type="presOf" srcId="{7AD4F92C-78BA-4F6E-810D-84BEE50C8241}" destId="{75D48B9B-99C3-4C15-8EAC-E9BA0DD14686}" srcOrd="0" destOrd="0" presId="urn:microsoft.com/office/officeart/2005/8/layout/chevron1"/>
    <dgm:cxn modelId="{C1048D1C-53C3-46BB-8854-A298F741D9B8}" type="presOf" srcId="{A2AEA16E-49B1-4DC9-8223-ADFEC1D6E88A}" destId="{679CE53B-3AB7-4DE6-AD51-84FD8C46EB46}" srcOrd="0" destOrd="0" presId="urn:microsoft.com/office/officeart/2005/8/layout/chevron1"/>
    <dgm:cxn modelId="{3E7E1F28-8BD1-48C3-8A95-5E67D2F2900F}" srcId="{7AD4F92C-78BA-4F6E-810D-84BEE50C8241}" destId="{18D87F5F-42AD-4E9F-A6E6-7FE3973FD35E}" srcOrd="1" destOrd="0" parTransId="{E8E81D99-A7F5-4310-A3FC-1C942562E35F}" sibTransId="{5B565DB8-B340-4150-BC5D-2740C9E7405A}"/>
    <dgm:cxn modelId="{E29D67D5-D04F-44F5-944C-6085F68D9788}" srcId="{7AD4F92C-78BA-4F6E-810D-84BEE50C8241}" destId="{9E4E745E-2470-477B-9DC0-E82B38E47448}" srcOrd="2" destOrd="0" parTransId="{78EDF3EB-861A-47DB-8ACA-3E0750718571}" sibTransId="{F02D2992-5C75-4F39-B4FA-6BE725FF6B3D}"/>
    <dgm:cxn modelId="{A56B2080-E485-427C-847B-64ECC90F6D6B}" srcId="{7AD4F92C-78BA-4F6E-810D-84BEE50C8241}" destId="{A2AEA16E-49B1-4DC9-8223-ADFEC1D6E88A}" srcOrd="3" destOrd="0" parTransId="{6574A5A5-6F71-4B75-A854-A060CC71A955}" sibTransId="{3B239F42-1E56-414C-BAEA-38C3C8910F82}"/>
    <dgm:cxn modelId="{EDDA8957-276D-4113-A807-B369DD492F3E}" type="presOf" srcId="{BAC7D273-E5EE-4038-A5C1-6C6F5ACB0D03}" destId="{6A0ADE0C-E6D1-4D81-9931-771EEA7AFED4}" srcOrd="0" destOrd="0" presId="urn:microsoft.com/office/officeart/2005/8/layout/chevron1"/>
    <dgm:cxn modelId="{23F06BE1-CF50-49FE-835D-8EFBB399F8F3}" type="presParOf" srcId="{75D48B9B-99C3-4C15-8EAC-E9BA0DD14686}" destId="{6A0ADE0C-E6D1-4D81-9931-771EEA7AFED4}" srcOrd="0" destOrd="0" presId="urn:microsoft.com/office/officeart/2005/8/layout/chevron1"/>
    <dgm:cxn modelId="{387F6F36-EF04-481B-BF8C-5E6BF54A51BB}" type="presParOf" srcId="{75D48B9B-99C3-4C15-8EAC-E9BA0DD14686}" destId="{065F6587-BE7F-4D0E-98E2-44771C09D7ED}" srcOrd="1" destOrd="0" presId="urn:microsoft.com/office/officeart/2005/8/layout/chevron1"/>
    <dgm:cxn modelId="{72D80BB6-3BF7-42BE-A7E8-6C45C60BD826}" type="presParOf" srcId="{75D48B9B-99C3-4C15-8EAC-E9BA0DD14686}" destId="{D3AB7C3D-A810-418A-9680-2D5C0886B87C}" srcOrd="2" destOrd="0" presId="urn:microsoft.com/office/officeart/2005/8/layout/chevron1"/>
    <dgm:cxn modelId="{DDD5D8A6-6EED-4F4A-89BF-5D2E163E3454}" type="presParOf" srcId="{75D48B9B-99C3-4C15-8EAC-E9BA0DD14686}" destId="{45F0D139-CE00-4B67-92DF-948F9E3DF760}" srcOrd="3" destOrd="0" presId="urn:microsoft.com/office/officeart/2005/8/layout/chevron1"/>
    <dgm:cxn modelId="{4832C7E2-6B98-4A36-92EE-13A98BF7C061}" type="presParOf" srcId="{75D48B9B-99C3-4C15-8EAC-E9BA0DD14686}" destId="{85F4B451-0FD0-42C8-80A0-3D70971ED446}" srcOrd="4" destOrd="0" presId="urn:microsoft.com/office/officeart/2005/8/layout/chevron1"/>
    <dgm:cxn modelId="{4D6C9AD7-7058-4B8B-ABC3-9D8B7927927C}" type="presParOf" srcId="{75D48B9B-99C3-4C15-8EAC-E9BA0DD14686}" destId="{0CEB3E5A-3F2D-44D0-8A0A-14BD5AE928A8}" srcOrd="5" destOrd="0" presId="urn:microsoft.com/office/officeart/2005/8/layout/chevron1"/>
    <dgm:cxn modelId="{E6771100-5506-40C7-9568-DE08C79E6C68}" type="presParOf" srcId="{75D48B9B-99C3-4C15-8EAC-E9BA0DD14686}" destId="{679CE53B-3AB7-4DE6-AD51-84FD8C46EB46}" srcOrd="6" destOrd="0" presId="urn:microsoft.com/office/officeart/2005/8/layout/chevron1"/>
    <dgm:cxn modelId="{59CF9F4F-8342-4EAE-8780-6FD9E4F05B9B}" type="presParOf" srcId="{75D48B9B-99C3-4C15-8EAC-E9BA0DD14686}" destId="{05FDF251-92B6-480C-82BC-68646E838DF3}" srcOrd="7" destOrd="0" presId="urn:microsoft.com/office/officeart/2005/8/layout/chevron1"/>
    <dgm:cxn modelId="{427D1825-1E0C-4B9E-93CF-02D2FA2294C0}" type="presParOf" srcId="{75D48B9B-99C3-4C15-8EAC-E9BA0DD14686}" destId="{8B532F1F-7985-410D-8F23-17546AA9681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ADE0C-E6D1-4D81-9931-771EEA7AFED4}">
      <dsp:nvSpPr>
        <dsp:cNvPr id="0" name=""/>
        <dsp:cNvSpPr/>
      </dsp:nvSpPr>
      <dsp:spPr>
        <a:xfrm>
          <a:off x="0" y="142795"/>
          <a:ext cx="811406" cy="324562"/>
        </a:xfrm>
        <a:prstGeom prst="chevron">
          <a:avLst/>
        </a:prstGeom>
        <a:solidFill>
          <a:schemeClr val="bg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LG Smart_H Regular" panose="020B0600000101010101" pitchFamily="34" charset="-127"/>
              <a:ea typeface="LG Smart_H Regular" panose="020B0600000101010101" pitchFamily="34" charset="-127"/>
            </a:rPr>
            <a:t>D</a:t>
          </a:r>
          <a:endParaRPr lang="en-US" sz="1800" kern="1200" dirty="0">
            <a:latin typeface="LG Smart_H Regular" panose="020B0600000101010101" pitchFamily="34" charset="-127"/>
            <a:ea typeface="LG Smart_H Regular" panose="020B0600000101010101" pitchFamily="34" charset="-127"/>
          </a:endParaRPr>
        </a:p>
      </dsp:txBody>
      <dsp:txXfrm>
        <a:off x="162281" y="142795"/>
        <a:ext cx="486844" cy="324562"/>
      </dsp:txXfrm>
    </dsp:sp>
    <dsp:sp modelId="{D3AB7C3D-A810-418A-9680-2D5C0886B87C}">
      <dsp:nvSpPr>
        <dsp:cNvPr id="0" name=""/>
        <dsp:cNvSpPr/>
      </dsp:nvSpPr>
      <dsp:spPr>
        <a:xfrm>
          <a:off x="731177" y="146297"/>
          <a:ext cx="811406" cy="324562"/>
        </a:xfrm>
        <a:prstGeom prst="chevron">
          <a:avLst/>
        </a:prstGeom>
        <a:solidFill>
          <a:schemeClr val="bg1">
            <a:lumMod val="85000"/>
          </a:schemeClr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LG Smart_H Regular" panose="020B0600000101010101" pitchFamily="34" charset="-127"/>
              <a:ea typeface="LG Smart_H Regular" panose="020B0600000101010101" pitchFamily="34" charset="-127"/>
            </a:rPr>
            <a:t>M</a:t>
          </a:r>
          <a:endParaRPr lang="en-US" sz="1800" kern="1200" dirty="0">
            <a:latin typeface="LG Smart_H Regular" panose="020B0600000101010101" pitchFamily="34" charset="-127"/>
            <a:ea typeface="LG Smart_H Regular" panose="020B0600000101010101" pitchFamily="34" charset="-127"/>
          </a:endParaRPr>
        </a:p>
      </dsp:txBody>
      <dsp:txXfrm>
        <a:off x="893458" y="146297"/>
        <a:ext cx="486844" cy="324562"/>
      </dsp:txXfrm>
    </dsp:sp>
    <dsp:sp modelId="{85F4B451-0FD0-42C8-80A0-3D70971ED446}">
      <dsp:nvSpPr>
        <dsp:cNvPr id="0" name=""/>
        <dsp:cNvSpPr/>
      </dsp:nvSpPr>
      <dsp:spPr>
        <a:xfrm>
          <a:off x="1461442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LG Smart_H Regular" panose="020B0600000101010101" pitchFamily="34" charset="-127"/>
              <a:ea typeface="LG Smart_H Regular" panose="020B0600000101010101" pitchFamily="34" charset="-127"/>
            </a:rPr>
            <a:t>A</a:t>
          </a:r>
          <a:endParaRPr lang="en-US" sz="1800" kern="1200" dirty="0">
            <a:latin typeface="LG Smart_H Regular" panose="020B0600000101010101" pitchFamily="34" charset="-127"/>
            <a:ea typeface="LG Smart_H Regular" panose="020B0600000101010101" pitchFamily="34" charset="-127"/>
          </a:endParaRPr>
        </a:p>
      </dsp:txBody>
      <dsp:txXfrm>
        <a:off x="1623723" y="146297"/>
        <a:ext cx="486844" cy="324562"/>
      </dsp:txXfrm>
    </dsp:sp>
    <dsp:sp modelId="{679CE53B-3AB7-4DE6-AD51-84FD8C46EB46}">
      <dsp:nvSpPr>
        <dsp:cNvPr id="0" name=""/>
        <dsp:cNvSpPr/>
      </dsp:nvSpPr>
      <dsp:spPr>
        <a:xfrm>
          <a:off x="2191707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LG Smart_H Regular" panose="020B0600000101010101" pitchFamily="34" charset="-127"/>
              <a:ea typeface="LG Smart_H Regular" panose="020B0600000101010101" pitchFamily="34" charset="-127"/>
            </a:rPr>
            <a:t>I</a:t>
          </a:r>
          <a:endParaRPr lang="en-US" sz="1800" kern="1200" dirty="0">
            <a:latin typeface="LG Smart_H Regular" panose="020B0600000101010101" pitchFamily="34" charset="-127"/>
            <a:ea typeface="LG Smart_H Regular" panose="020B0600000101010101" pitchFamily="34" charset="-127"/>
          </a:endParaRPr>
        </a:p>
      </dsp:txBody>
      <dsp:txXfrm>
        <a:off x="2353988" y="146297"/>
        <a:ext cx="486844" cy="324562"/>
      </dsp:txXfrm>
    </dsp:sp>
    <dsp:sp modelId="{8B532F1F-7985-410D-8F23-17546AA96819}">
      <dsp:nvSpPr>
        <dsp:cNvPr id="0" name=""/>
        <dsp:cNvSpPr/>
      </dsp:nvSpPr>
      <dsp:spPr>
        <a:xfrm>
          <a:off x="2921973" y="146297"/>
          <a:ext cx="811406" cy="324562"/>
        </a:xfrm>
        <a:prstGeom prst="chevron">
          <a:avLst/>
        </a:prstGeom>
        <a:solidFill>
          <a:schemeClr val="lt1"/>
        </a:solidFill>
        <a:ln w="12700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 smtClean="0">
              <a:latin typeface="LG Smart_H Regular" panose="020B0600000101010101" pitchFamily="34" charset="-127"/>
              <a:ea typeface="LG Smart_H Regular" panose="020B0600000101010101" pitchFamily="34" charset="-127"/>
            </a:rPr>
            <a:t>C</a:t>
          </a:r>
          <a:endParaRPr lang="en-US" sz="1800" kern="1200" dirty="0">
            <a:latin typeface="LG Smart_H Regular" panose="020B0600000101010101" pitchFamily="34" charset="-127"/>
            <a:ea typeface="LG Smart_H Regular" panose="020B0600000101010101" pitchFamily="34" charset="-127"/>
          </a:endParaRPr>
        </a:p>
      </dsp:txBody>
      <dsp:txXfrm>
        <a:off x="3084254" y="146297"/>
        <a:ext cx="486844" cy="3245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072E2-D70B-49AB-81B2-792B952B660E}" type="datetimeFigureOut">
              <a:rPr lang="en-US" smtClean="0"/>
              <a:pPr/>
              <a:t>8/15/2025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3A2D38-5460-4F51-810A-6CAFC0E4BC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1761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5588429-511D-4A72-A1D4-C32335397616}" type="datetimeFigureOut">
              <a:rPr lang="ko-KR" altLang="en-US"/>
              <a:pPr>
                <a:defRPr/>
              </a:pPr>
              <a:t>2025-08-15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 dirty="0" smtClean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7375BCD-8584-40B1-BC96-764EEABFA733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337756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2"/>
          <p:cNvSpPr>
            <a:spLocks noGrp="1"/>
          </p:cNvSpPr>
          <p:nvPr>
            <p:ph type="title"/>
          </p:nvPr>
        </p:nvSpPr>
        <p:spPr>
          <a:xfrm>
            <a:off x="200472" y="116632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 smtClean="0"/>
              <a:t>제목을 입력 하세요</a:t>
            </a:r>
            <a:endParaRPr lang="ko-KR" altLang="en-US" dirty="0"/>
          </a:p>
        </p:txBody>
      </p:sp>
      <p:sp>
        <p:nvSpPr>
          <p:cNvPr id="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4724400" y="6564883"/>
            <a:ext cx="2133600" cy="293117"/>
          </a:xfrm>
          <a:prstGeom prst="rect">
            <a:avLst/>
          </a:prstGeom>
        </p:spPr>
        <p:txBody>
          <a:bodyPr/>
          <a:lstStyle>
            <a:lvl1pPr algn="ctr">
              <a:defRPr sz="1000"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</a:lstStyle>
          <a:p>
            <a:fld id="{CCB65402-AEF5-4D26-A49C-7368E264DDAC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r>
              <a:rPr lang="en-US" altLang="ko-KR" dirty="0" smtClean="0">
                <a:solidFill>
                  <a:prstClr val="black">
                    <a:tint val="75000"/>
                  </a:prstClr>
                </a:solidFill>
              </a:rPr>
              <a:t>/71</a:t>
            </a:r>
            <a:r>
              <a:rPr lang="ko-KR" altLang="en-US" dirty="0" smtClean="0">
                <a:solidFill>
                  <a:prstClr val="black">
                    <a:tint val="75000"/>
                  </a:prstClr>
                </a:solidFill>
              </a:rPr>
              <a:t> </a:t>
            </a:r>
            <a:r>
              <a:rPr lang="en-US" altLang="ko-KR" dirty="0" smtClean="0">
                <a:solidFill>
                  <a:prstClr val="black">
                    <a:tint val="75000"/>
                  </a:prstClr>
                </a:solidFill>
              </a:rPr>
              <a:t>  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4797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14"/>
          <p:cNvSpPr>
            <a:spLocks noChangeShapeType="1"/>
          </p:cNvSpPr>
          <p:nvPr/>
        </p:nvSpPr>
        <p:spPr bwMode="auto">
          <a:xfrm>
            <a:off x="0" y="534988"/>
            <a:ext cx="9906000" cy="0"/>
          </a:xfrm>
          <a:prstGeom prst="line">
            <a:avLst/>
          </a:prstGeom>
          <a:noFill/>
          <a:ln w="19050">
            <a:solidFill>
              <a:srgbClr val="80808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3" name="제목 개체 틀 2"/>
          <p:cNvSpPr>
            <a:spLocks noGrp="1"/>
          </p:cNvSpPr>
          <p:nvPr>
            <p:ph type="title"/>
          </p:nvPr>
        </p:nvSpPr>
        <p:spPr>
          <a:xfrm>
            <a:off x="200472" y="116632"/>
            <a:ext cx="8915400" cy="418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제목을 입력 하세요</a:t>
            </a:r>
            <a:endParaRPr lang="ko-KR" altLang="en-US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876800" y="6492875"/>
            <a:ext cx="2311400" cy="365125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+mn-lt"/>
              </a:defRPr>
            </a:lvl1pPr>
          </a:lstStyle>
          <a:p>
            <a:r>
              <a:rPr lang="en-US" altLang="ko-KR" dirty="0" smtClean="0">
                <a:solidFill>
                  <a:prstClr val="black">
                    <a:tint val="75000"/>
                  </a:prstClr>
                </a:solidFill>
              </a:rPr>
              <a:t>#/71</a:t>
            </a:r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94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000" b="1">
          <a:solidFill>
            <a:schemeClr val="tx1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defRPr kumimoji="1" b="1">
          <a:solidFill>
            <a:schemeClr val="tx1"/>
          </a:solidFill>
          <a:latin typeface="+mn-lt"/>
          <a:ea typeface="돋움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굴림" charset="-127"/>
          <a:ea typeface="굴림" charset="-127"/>
        </a:defRPr>
      </a:lvl2pPr>
      <a:lvl3pPr marL="1147763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굴림" charset="-127"/>
          <a:ea typeface="굴림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charset="-127"/>
          <a:ea typeface="굴림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charset="-127"/>
          <a:ea typeface="굴림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12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openxmlformats.org/officeDocument/2006/relationships/image" Target="../media/image5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4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6456" y="116632"/>
            <a:ext cx="8915400" cy="418058"/>
          </a:xfrm>
        </p:spPr>
        <p:txBody>
          <a:bodyPr>
            <a:normAutofit/>
          </a:bodyPr>
          <a:lstStyle/>
          <a:p>
            <a:r>
              <a:rPr lang="en-US" altLang="ko-KR" sz="1800" dirty="0" smtClean="0">
                <a:latin typeface="LG Smart_H Regular" panose="020B0600000101010101" pitchFamily="34" charset="-127"/>
                <a:ea typeface="LG Smart_H Regular" panose="020B0600000101010101" pitchFamily="34" charset="-127"/>
              </a:rPr>
              <a:t>Gage R&amp;R</a:t>
            </a:r>
            <a:endParaRPr lang="ko-KR" altLang="en-US" sz="1800" dirty="0">
              <a:latin typeface="LG Smart_H Regular" panose="020B0600000101010101" pitchFamily="34" charset="-127"/>
              <a:ea typeface="LG Smart_H Regular" panose="020B0600000101010101" pitchFamily="34" charset="-127"/>
            </a:endParaRPr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117888999"/>
              </p:ext>
            </p:extLst>
          </p:nvPr>
        </p:nvGraphicFramePr>
        <p:xfrm>
          <a:off x="5889103" y="-36714"/>
          <a:ext cx="3734291" cy="617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479955"/>
              </p:ext>
            </p:extLst>
          </p:nvPr>
        </p:nvGraphicFramePr>
        <p:xfrm>
          <a:off x="56456" y="609600"/>
          <a:ext cx="5582345" cy="571500"/>
        </p:xfrm>
        <a:graphic>
          <a:graphicData uri="http://schemas.openxmlformats.org/drawingml/2006/table">
            <a:tbl>
              <a:tblPr/>
              <a:tblGrid>
                <a:gridCol w="752790"/>
                <a:gridCol w="1188423"/>
                <a:gridCol w="1054012"/>
                <a:gridCol w="1215519"/>
                <a:gridCol w="605047"/>
                <a:gridCol w="766554"/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Date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vi-VN" sz="900" b="0" i="0" u="none" strike="noStrike" smtClean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06/03/2024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Gauge tool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vi-VN" sz="900" b="0" i="0" u="none" strike="noStrike" smtClean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Gap Gauge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Target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vi-VN" sz="900" b="0" i="0" u="none" strike="noStrike" smtClean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  <a:cs typeface="Arial" pitchFamily="34" charset="0"/>
                        </a:rPr>
                        <a:t>0.25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Part no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ko-KR" sz="900" smtClean="0"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MBN66516301</a:t>
                      </a:r>
                      <a:endParaRPr lang="en-US" altLang="ko-KR" sz="900" dirty="0" smtClean="0"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smtClean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ID</a:t>
                      </a:r>
                      <a:endParaRPr lang="en-US" sz="900" b="1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smtClean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IVI-</a:t>
                      </a:r>
                      <a:r>
                        <a:rPr lang="vi-VN" sz="900" b="0" i="0" u="none" strike="noStrike" smtClean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SQA-C29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+TOL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0.05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 smtClean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Part </a:t>
                      </a:r>
                      <a:r>
                        <a:rPr lang="en-US" sz="900" b="1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name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vi-VN" sz="900" b="0" i="0" u="none" strike="noStrike" smtClean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Bottom Case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Resolution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smtClean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0.</a:t>
                      </a:r>
                      <a:r>
                        <a:rPr lang="vi-VN" sz="900" b="0" i="0" u="none" strike="noStrike" smtClean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05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-TOL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vi-VN" sz="900" b="0" i="0" u="none" strike="noStrike" smtClean="0"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0.05</a:t>
                      </a:r>
                      <a:endParaRPr lang="en-US" sz="900" b="0" i="0" u="none" strike="noStrike" dirty="0"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807292" y="3773022"/>
            <a:ext cx="4098708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50000"/>
              </a:lnSpc>
            </a:pPr>
            <a:r>
              <a:rPr lang="en-US" sz="1100" b="1" u="sng" dirty="0" smtClean="0">
                <a:latin typeface="Arial Narrow" panose="020B0606020202030204" pitchFamily="34" charset="0"/>
                <a:ea typeface="LG Smart_H Regular" panose="020B0600000101010101" pitchFamily="34" charset="-127"/>
              </a:rPr>
              <a:t>Conclusion:</a:t>
            </a:r>
          </a:p>
          <a:p>
            <a:pPr marL="171450" indent="-1714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dirty="0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There isn’t a problem with the measurement consistency of all evaluators.</a:t>
            </a:r>
          </a:p>
          <a:p>
            <a:pPr marL="171450" indent="-171450" latinLnBrk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dirty="0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An assessment of the consistency between evaluators and evaluators consistent with measurement standards is the same</a:t>
            </a:r>
            <a:r>
              <a:rPr lang="en-GB" sz="1100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. </a:t>
            </a:r>
            <a:endParaRPr lang="vi-VN" sz="1100" smtClean="0">
              <a:latin typeface="Arial Narrow" panose="020B0606020202030204" pitchFamily="34" charset="0"/>
              <a:ea typeface="LG Smart_H Regular" panose="020B0600000101010101" pitchFamily="34" charset="-127"/>
              <a:sym typeface="Wingdings" pitchFamily="2" charset="2"/>
            </a:endParaRPr>
          </a:p>
          <a:p>
            <a:pPr latinLnBrk="0">
              <a:lnSpc>
                <a:spcPct val="150000"/>
              </a:lnSpc>
            </a:pPr>
            <a:r>
              <a:rPr lang="vi-VN" sz="1100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 </a:t>
            </a:r>
            <a:r>
              <a:rPr lang="vi-VN" sz="1100" smtClean="0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    </a:t>
            </a:r>
            <a:r>
              <a:rPr lang="en-GB" sz="1100" smtClean="0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The </a:t>
            </a:r>
            <a:r>
              <a:rPr lang="en-GB" sz="1100" dirty="0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value </a:t>
            </a:r>
            <a:r>
              <a:rPr lang="en-GB" sz="1100" smtClean="0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is 100</a:t>
            </a:r>
            <a:r>
              <a:rPr lang="en-GB" sz="1100" dirty="0" smtClean="0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% </a:t>
            </a:r>
            <a:r>
              <a:rPr lang="en-GB" sz="1100" dirty="0">
                <a:latin typeface="Arial Narrow" panose="020B0606020202030204" pitchFamily="34" charset="0"/>
                <a:ea typeface="LG Smart_H Regular" panose="020B0600000101010101" pitchFamily="34" charset="-127"/>
                <a:sym typeface="Wingdings" pitchFamily="2" charset="2"/>
              </a:rPr>
              <a:t> acceptable for the appraiser</a:t>
            </a:r>
            <a:endParaRPr lang="en-US" sz="1100" dirty="0">
              <a:latin typeface="Arial Narrow" panose="020B0606020202030204" pitchFamily="34" charset="0"/>
              <a:ea typeface="LG Smart_H Regular" panose="020B0600000101010101" pitchFamily="34" charset="-127"/>
              <a:sym typeface="Wingdings" pitchFamily="2" charset="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5384339"/>
              </p:ext>
            </p:extLst>
          </p:nvPr>
        </p:nvGraphicFramePr>
        <p:xfrm>
          <a:off x="54148" y="1244850"/>
          <a:ext cx="5584651" cy="3383272"/>
        </p:xfrm>
        <a:graphic>
          <a:graphicData uri="http://schemas.openxmlformats.org/drawingml/2006/table">
            <a:tbl>
              <a:tblPr/>
              <a:tblGrid>
                <a:gridCol w="1219580"/>
                <a:gridCol w="641971"/>
                <a:gridCol w="930775"/>
                <a:gridCol w="930775"/>
                <a:gridCol w="930775"/>
                <a:gridCol w="930775"/>
              </a:tblGrid>
              <a:tr h="199016">
                <a:tc rowSpan="2">
                  <a:txBody>
                    <a:bodyPr/>
                    <a:lstStyle/>
                    <a:p>
                      <a:pPr algn="ctr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Sample separation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Part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 latinLnBrk="0"/>
                      <a:r>
                        <a:rPr lang="en-US" sz="800" b="1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Standard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 latinLnBrk="0"/>
                      <a:r>
                        <a:rPr lang="en-US" sz="800" b="1" i="0" u="none" strike="noStrike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Sensor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901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99016"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016"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016"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016"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016"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016"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016"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016"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016"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016"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016"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Ambiguous 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016"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Ambiguous 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016"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Ambiguous 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vi-VN" sz="800" b="0" i="0" u="none" strike="noStrike" smtClean="0">
                          <a:solidFill>
                            <a:srgbClr val="000000"/>
                          </a:solidFill>
                          <a:effectLst/>
                          <a:latin typeface="LG Smart_H Regular" panose="020B0600000101010101" pitchFamily="34" charset="-127"/>
                          <a:ea typeface="LG Smart_H Regular" panose="020B0600000101010101" pitchFamily="34" charset="-127"/>
                        </a:rPr>
                        <a:t>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ea typeface="LG Smart_H Regular" panose="020B0600000101010101" pitchFamily="34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016"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Ambiguous 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016"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Ambiguous 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 latinLnBrk="0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  <a:ea typeface="LG Smart_H Regular" panose="020B0600000101010101" pitchFamily="34" charset="-127"/>
                        </a:rPr>
                        <a:t>OK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7"/>
          <a:srcRect t="2830" r="64612" b="91509"/>
          <a:stretch/>
        </p:blipFill>
        <p:spPr>
          <a:xfrm>
            <a:off x="1" y="4793118"/>
            <a:ext cx="1213908" cy="18796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8"/>
          <a:srcRect b="14132"/>
          <a:stretch/>
        </p:blipFill>
        <p:spPr>
          <a:xfrm>
            <a:off x="2877707" y="4793118"/>
            <a:ext cx="1676400" cy="22728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9"/>
          <a:srcRect t="21085" b="6627"/>
          <a:stretch/>
        </p:blipFill>
        <p:spPr>
          <a:xfrm>
            <a:off x="54885" y="5051721"/>
            <a:ext cx="2615141" cy="6851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0"/>
          <a:srcRect t="16265"/>
          <a:stretch/>
        </p:blipFill>
        <p:spPr>
          <a:xfrm>
            <a:off x="2820531" y="5010256"/>
            <a:ext cx="3219433" cy="8523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11"/>
          <a:srcRect t="18317"/>
          <a:stretch/>
        </p:blipFill>
        <p:spPr>
          <a:xfrm>
            <a:off x="2820531" y="5862639"/>
            <a:ext cx="3181469" cy="9885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07292" y="1262396"/>
            <a:ext cx="4022508" cy="252927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auto">
          <a:xfrm>
            <a:off x="-762000" y="5862639"/>
            <a:ext cx="2819400" cy="762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vi-VN" sz="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Chỉ số này đánh giá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vi-VN" sz="800" b="1" smtClean="0">
                <a:latin typeface="Arial" charset="0"/>
                <a:ea typeface="돋움" pitchFamily="50" charset="-127"/>
              </a:rPr>
              <a:t>Bản thân trong các lần kiểm tra,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vi-VN" sz="800" b="1" smtClean="0">
                <a:latin typeface="Arial" charset="0"/>
                <a:ea typeface="돋움" pitchFamily="50" charset="-127"/>
              </a:rPr>
              <a:t>Ví dụ: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vi-VN" sz="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Trên cùng con hàng kết quả kiểm tra lần 1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vi-VN" sz="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 với con hàng đó có khớp lần 2 và có khớp lần 3 không</a:t>
            </a:r>
            <a:endParaRPr kumimoji="1" lang="en-US" sz="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5656787" y="5134933"/>
            <a:ext cx="2819400" cy="762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vi-VN" sz="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Chỉ số này đánh giá giữa các kết quả đo so với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vi-VN" sz="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 tiêu chuẩn thì người thực hiện kiểm tra có sai lệch không</a:t>
            </a:r>
            <a:endParaRPr kumimoji="1" lang="en-US" sz="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6039964" y="6021610"/>
            <a:ext cx="2819400" cy="7620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vi-VN" sz="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Chỉ số này chỉ ra việc Khi standard là OK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vi-VN" sz="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 thì Người đo có kiểm tra ra NG không và ngược lại</a:t>
            </a:r>
            <a:endParaRPr kumimoji="1" lang="en-US" sz="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9296400" y="4793118"/>
            <a:ext cx="3200400" cy="64332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vi-VN" sz="7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Tất cả 3 chỉ số trên cần đạt 90%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vi-VN" sz="700" smtClean="0">
                <a:latin typeface="Arial" charset="0"/>
                <a:ea typeface="돋움" pitchFamily="50" charset="-127"/>
              </a:rPr>
              <a:t>Tuy nhiên đối với ngành hàng IVI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vi-VN" sz="7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Mức cho phép trong kiểm tra là 0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vi-VN" sz="700" smtClean="0">
                <a:latin typeface="Arial" charset="0"/>
                <a:ea typeface="돋움" pitchFamily="50" charset="-127"/>
              </a:rPr>
              <a:t>Tức là không có sai số và nếu xuất hiện sai số sẽ Reject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vi-VN" sz="7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Nên khi Gage pháp hiện ra không</a:t>
            </a:r>
            <a:r>
              <a:rPr kumimoji="1" lang="vi-VN" sz="700" b="0" i="0" u="none" strike="noStrike" cap="none" normalizeH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 hoạt động đúng thì ngay lập tức cần</a:t>
            </a:r>
          </a:p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vi-VN" sz="700" b="0" i="0" u="none" strike="noStrike" cap="none" normalizeH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돋움" pitchFamily="50" charset="-127"/>
              </a:rPr>
              <a:t> điều chỉnh, training lại và thu thập data thực hiện gage lại</a:t>
            </a:r>
            <a:endParaRPr kumimoji="1" lang="en-US" sz="7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돋움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 flipH="1">
            <a:off x="-1676400" y="3791668"/>
            <a:ext cx="1676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vi-VN" sz="800" smtClean="0">
                <a:latin typeface="Arial" panose="020B0604020202020204" pitchFamily="34" charset="0"/>
                <a:cs typeface="Arial" panose="020B0604020202020204" pitchFamily="34" charset="0"/>
              </a:rPr>
              <a:t>Đây là mẫu nghi ngờ OK hoặc NG nhưng Bản thân người chuẩn bị có thể xác định được chính xác đó là OK hay NG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58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돋움" pitchFamily="50" charset="-127"/>
          </a:defRPr>
        </a:defPPr>
      </a:lstStyle>
    </a:spDef>
    <a:lnDef>
      <a:spPr bwMode="auto">
        <a:noFill/>
        <a:ln w="9525" cap="flat" cmpd="sng" algn="ctr">
          <a:solidFill>
            <a:srgbClr val="C00000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70065</TotalTime>
  <Words>362</Words>
  <Application>Microsoft Office PowerPoint</Application>
  <PresentationFormat>A4 Paper (210x297 mm)</PresentationFormat>
  <Paragraphs>141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돋움</vt:lpstr>
      <vt:lpstr>굴림</vt:lpstr>
      <vt:lpstr>LG Smart_H Regular</vt:lpstr>
      <vt:lpstr>맑은 고딕</vt:lpstr>
      <vt:lpstr>현대하모니 L</vt:lpstr>
      <vt:lpstr>Arial</vt:lpstr>
      <vt:lpstr>Arial Narrow</vt:lpstr>
      <vt:lpstr>Wingdings</vt:lpstr>
      <vt:lpstr>3_디자인 사용자 지정</vt:lpstr>
      <vt:lpstr>Gage R&amp;R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Bery</dc:creator>
  <cp:lastModifiedBy>HIEU DUC TRINH/LGEVH IVI SQC Part(hieu.trinh@lge.com)</cp:lastModifiedBy>
  <cp:revision>3360</cp:revision>
  <cp:lastPrinted>2019-11-06T07:59:13Z</cp:lastPrinted>
  <dcterms:created xsi:type="dcterms:W3CDTF">2013-07-05T02:04:59Z</dcterms:created>
  <dcterms:modified xsi:type="dcterms:W3CDTF">2025-08-15T09:00:27Z</dcterms:modified>
</cp:coreProperties>
</file>